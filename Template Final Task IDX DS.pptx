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ubik Medium"/>
      <p:regular r:id="rId20"/>
      <p:bold r:id="rId21"/>
      <p:italic r:id="rId22"/>
      <p:boldItalic r:id="rId23"/>
    </p:embeddedFont>
    <p:embeddedFont>
      <p:font typeface="Rubik 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Rubik"/>
      <p:regular r:id="rId32"/>
      <p:bold r:id="rId33"/>
      <p:italic r:id="rId34"/>
      <p:boldItalic r:id="rId35"/>
    </p:embeddedFont>
    <p:embeddedFont>
      <p:font typeface="Rubik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Medium-regular.fntdata"/><Relationship Id="rId22" Type="http://schemas.openxmlformats.org/officeDocument/2006/relationships/font" Target="fonts/RubikMedium-italic.fntdata"/><Relationship Id="rId21" Type="http://schemas.openxmlformats.org/officeDocument/2006/relationships/font" Target="fonts/RubikMedium-bold.fntdata"/><Relationship Id="rId24" Type="http://schemas.openxmlformats.org/officeDocument/2006/relationships/font" Target="fonts/RubikLight-regular.fntdata"/><Relationship Id="rId23" Type="http://schemas.openxmlformats.org/officeDocument/2006/relationships/font" Target="fonts/Rubik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Light-italic.fntdata"/><Relationship Id="rId25" Type="http://schemas.openxmlformats.org/officeDocument/2006/relationships/font" Target="fonts/RubikLight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ubik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Rubik-bold.fntdata"/><Relationship Id="rId10" Type="http://schemas.openxmlformats.org/officeDocument/2006/relationships/slide" Target="slides/slide5.xml"/><Relationship Id="rId32" Type="http://schemas.openxmlformats.org/officeDocument/2006/relationships/font" Target="fonts/Rubik-regular.fntdata"/><Relationship Id="rId13" Type="http://schemas.openxmlformats.org/officeDocument/2006/relationships/slide" Target="slides/slide8.xml"/><Relationship Id="rId35" Type="http://schemas.openxmlformats.org/officeDocument/2006/relationships/font" Target="fonts/Rubik-boldItalic.fntdata"/><Relationship Id="rId12" Type="http://schemas.openxmlformats.org/officeDocument/2006/relationships/slide" Target="slides/slide7.xml"/><Relationship Id="rId34" Type="http://schemas.openxmlformats.org/officeDocument/2006/relationships/font" Target="fonts/Rubik-italic.fntdata"/><Relationship Id="rId15" Type="http://schemas.openxmlformats.org/officeDocument/2006/relationships/slide" Target="slides/slide10.xml"/><Relationship Id="rId37" Type="http://schemas.openxmlformats.org/officeDocument/2006/relationships/font" Target="fonts/RubikSemiBold-bold.fntdata"/><Relationship Id="rId14" Type="http://schemas.openxmlformats.org/officeDocument/2006/relationships/slide" Target="slides/slide9.xml"/><Relationship Id="rId36" Type="http://schemas.openxmlformats.org/officeDocument/2006/relationships/font" Target="fonts/Rubik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Rubik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Rubik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00da5092a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200da5092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bdf3704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26bdf3704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bdf37049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6bdf37049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bdf37049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6bdf37049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bdf37049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6bdf37049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bdf37049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6bdf37049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bdf37049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6bdf37049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bdf37049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6bdf37049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c93f6c33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6c93f6c33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c93f6c33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6c93f6c33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df37049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6bdf37049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6c93f6c33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00da509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00da509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17900" y="1596200"/>
            <a:ext cx="6456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Prediction Model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900" y="2520700"/>
            <a:ext cx="5821200" cy="56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ID/X Partners - Data Scientist</a:t>
            </a:r>
            <a:endParaRPr sz="25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900" y="3090100"/>
            <a:ext cx="4392000" cy="800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&lt;You</a:t>
            </a: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r Name</a:t>
            </a: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&gt;</a:t>
            </a:r>
            <a:endParaRPr sz="200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b="2080" l="0" r="0" t="2080"/>
          <a:stretch/>
        </p:blipFill>
        <p:spPr>
          <a:xfrm>
            <a:off x="2246350" y="256450"/>
            <a:ext cx="1328711" cy="4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08850" y="1578275"/>
            <a:ext cx="792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Disclaimer </a:t>
            </a:r>
            <a:endParaRPr b="1" sz="302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1250250" y="2258300"/>
            <a:ext cx="66435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lt1"/>
                </a:solidFill>
                <a:highlight>
                  <a:srgbClr val="FF0000"/>
                </a:highlight>
                <a:latin typeface="Rubik"/>
                <a:ea typeface="Rubik"/>
                <a:cs typeface="Rubik"/>
                <a:sym typeface="Rubik"/>
              </a:rPr>
              <a:t>Kalian dapat mengganti</a:t>
            </a: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design template ini sesuai kreativitas kalian. 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Template ini hanya bertujuan untuk memberikan gambaran isi konten yang wajib dibuat oleh peserta.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Insert your photo here</a:t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&lt;Your Name&gt;</a:t>
            </a:r>
            <a:endParaRPr b="0" i="0" sz="20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294775" y="45606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*notes: just a sample page</a:t>
            </a:r>
            <a:endParaRPr b="1" i="0" sz="1400" u="none" cap="none" strike="noStrike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867250" y="1604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&lt;Your Title&gt;</a:t>
            </a:r>
            <a:endParaRPr b="0" i="0" sz="2000" u="none" cap="none" strike="noStrike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867250" y="2453075"/>
            <a:ext cx="350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Please describe yourself here. Highlight your skills, work, educational experience, and so on</a:t>
            </a: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04800" y="3928325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current domicile&gt;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004800" y="4750550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LinkedIn account&gt;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004800" y="4358988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email address&gt;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340500" y="1406350"/>
            <a:ext cx="8653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&lt;course / certification 1&gt;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2&gt;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3&gt;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4&gt;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5&gt;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endParaRPr b="0" i="0" sz="14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294775" y="45606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*notes: just a sample page</a:t>
            </a:r>
            <a:endParaRPr b="1" i="0" sz="1400" u="none" cap="none" strike="noStrike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340500" y="1406350"/>
            <a:ext cx="56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&lt;silahkan jelaskan mengenai 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ID/X Partners </a:t>
            </a: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di halaman ini&gt;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55675" y="2691725"/>
            <a:ext cx="356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&lt;gunakan logo ini sesuai kebutuhan&gt;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9525" y="1853525"/>
            <a:ext cx="22574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340500" y="1406350"/>
            <a:ext cx="834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&lt;silahkan jelaskan deskripsi project yang terdapat pada final task di sini, lengkap dengan latar belakang, data yang tersedia, dan problem statement. Jelaskan dengan singkat&gt;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054900" y="4058325"/>
            <a:ext cx="30891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b="1" i="0" lang="en" sz="12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here</a:t>
            </a: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b="1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85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&lt;buat hyperlink di kata "here" di atas, sisipkan link youtube yang berisi rekaman anda melakukan presentasi penjelasan hasil pengerjaan final task. Hapus pesan ini jika anda telah memahami pesan ini&gt;</a:t>
            </a:r>
            <a:endParaRPr b="1" i="1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0" y="3962100"/>
            <a:ext cx="34230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Link code </a:t>
            </a:r>
            <a:r>
              <a:rPr b="1" lang="en" sz="1200">
                <a:solidFill>
                  <a:srgbClr val="0097A7"/>
                </a:solidFill>
                <a:latin typeface="Rubik"/>
                <a:ea typeface="Rubik"/>
                <a:cs typeface="Rubik"/>
                <a:sym typeface="Rubik"/>
              </a:rPr>
              <a:t>here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!</a:t>
            </a:r>
            <a:endParaRPr b="1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85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&lt;buat hyperlink di kata "here" di atas, sisipkan link</a:t>
            </a:r>
            <a:r>
              <a:rPr i="1" lang="en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yang berisikan code dari pengerjaan project yang telah anda buat</a:t>
            </a:r>
            <a:r>
              <a:rPr b="0" i="1" lang="en" sz="85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File R </a:t>
            </a:r>
            <a:r>
              <a:rPr i="1" lang="en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Markdown dengan format .rmd atau file python notebook dengan format .ipynb</a:t>
            </a:r>
            <a:r>
              <a:rPr b="0" i="1" lang="en" sz="85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Hapus pesan ini jika anda telah memahami pesan ini&gt;</a:t>
            </a:r>
            <a:endParaRPr b="1" i="1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b="1" lang="en" sz="270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Understanding</a:t>
            </a:r>
            <a:endParaRPr b="1" sz="270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 Duplicate this slide if you need more space to provide explanations&gt;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Feature </a:t>
            </a:r>
            <a:r>
              <a:rPr b="1" lang="en" sz="270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Engineering</a:t>
            </a:r>
            <a:endParaRPr b="1" sz="270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40500" y="1335962"/>
            <a:ext cx="8463000" cy="13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 </a:t>
            </a:r>
            <a:r>
              <a:rPr lang="en" sz="1200">
                <a:latin typeface="Rubik"/>
                <a:ea typeface="Rubik"/>
                <a:cs typeface="Rubik"/>
                <a:sym typeface="Rubik"/>
              </a:rPr>
              <a:t>Duplicate this slide if you need more space to provide explanations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&lt;Please complete it with the visualization of the data you have created.&gt;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Exploratory </a:t>
            </a:r>
            <a:r>
              <a:rPr b="1" lang="en" sz="270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Data Analysis</a:t>
            </a:r>
            <a:endParaRPr b="1" sz="270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40500" y="1335962"/>
            <a:ext cx="8463000" cy="13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 Duplicate this slide if you need more space to provide explanations&gt;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&lt;Please complete it with the visualization of the data you have created.&gt;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b="1" lang="en" sz="270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Preparation</a:t>
            </a:r>
            <a:endParaRPr b="1" sz="270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340500" y="1335962"/>
            <a:ext cx="8463000" cy="13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 Duplicate this slide if you need more space to provide explanations&gt;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&lt;Please complete it with the visualization of the data you have created.&gt;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5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b="1" lang="en" sz="270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Modeling</a:t>
            </a:r>
            <a:endParaRPr b="1" sz="270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40500" y="1335962"/>
            <a:ext cx="8463000" cy="13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 Duplicate this slide if you need more space to provide explanations&gt;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&lt;Please complete it with the visualization of the data you have created.&gt;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6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Evaluation</a:t>
            </a:r>
            <a:endParaRPr b="1" sz="2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40500" y="1335962"/>
            <a:ext cx="8463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brief </a:t>
            </a:r>
            <a:r>
              <a:rPr b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conclusion 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of the project that you have done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 b="5650" l="0" r="0" t="565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7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Conclusion</a:t>
            </a:r>
            <a:endParaRPr b="1" sz="2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40500" y="1335962"/>
            <a:ext cx="8463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brief </a:t>
            </a:r>
            <a:r>
              <a:rPr b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conclusion 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of the project that you have done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&gt;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4871775" y="4301225"/>
            <a:ext cx="1538100" cy="54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rPr>
              <a:t>Logo Company</a:t>
            </a:r>
            <a:endParaRPr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